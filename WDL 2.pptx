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F4D6BF-5238-4D82-A2EE-4B46B6D34D2C}" v="1" dt="2026-04-24T05:52:56.2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ABFD1997-C566-45CB-B13F-C243397CB0D6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77C6733B-D3A3-424C-B076-B94898577D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3446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D1997-C566-45CB-B13F-C243397CB0D6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6733B-D3A3-424C-B076-B94898577D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3154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D1997-C566-45CB-B13F-C243397CB0D6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6733B-D3A3-424C-B076-B94898577D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7733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D1997-C566-45CB-B13F-C243397CB0D6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6733B-D3A3-424C-B076-B94898577D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5369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D1997-C566-45CB-B13F-C243397CB0D6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6733B-D3A3-424C-B076-B94898577D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3430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D1997-C566-45CB-B13F-C243397CB0D6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6733B-D3A3-424C-B076-B94898577D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013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D1997-C566-45CB-B13F-C243397CB0D6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6733B-D3A3-424C-B076-B94898577D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5592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D1997-C566-45CB-B13F-C243397CB0D6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6733B-D3A3-424C-B076-B94898577D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0252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D1997-C566-45CB-B13F-C243397CB0D6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6733B-D3A3-424C-B076-B94898577D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74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D1997-C566-45CB-B13F-C243397CB0D6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6733B-D3A3-424C-B076-B94898577D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3741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D1997-C566-45CB-B13F-C243397CB0D6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6733B-D3A3-424C-B076-B94898577D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13820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D1997-C566-45CB-B13F-C243397CB0D6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6733B-D3A3-424C-B076-B94898577D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5730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D1997-C566-45CB-B13F-C243397CB0D6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6733B-D3A3-424C-B076-B94898577D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37576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D1997-C566-45CB-B13F-C243397CB0D6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6733B-D3A3-424C-B076-B94898577D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1111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D1997-C566-45CB-B13F-C243397CB0D6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6733B-D3A3-424C-B076-B94898577D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05381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ABFD1997-C566-45CB-B13F-C243397CB0D6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6733B-D3A3-424C-B076-B94898577D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13606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ABFD1997-C566-45CB-B13F-C243397CB0D6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6733B-D3A3-424C-B076-B94898577D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3925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ABFD1997-C566-45CB-B13F-C243397CB0D6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77C6733B-D3A3-424C-B076-B94898577D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1577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04911-DFAC-71BE-98A7-38B72982AB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337036"/>
            <a:ext cx="8825658" cy="2677648"/>
          </a:xfrm>
        </p:spPr>
        <p:txBody>
          <a:bodyPr/>
          <a:lstStyle/>
          <a:p>
            <a:pPr algn="ctr"/>
            <a:r>
              <a:rPr lang="en-US" sz="7200" dirty="0">
                <a:latin typeface="Algerian" panose="04020705040A02060702" pitchFamily="82" charset="0"/>
              </a:rPr>
              <a:t>PRESENTATION</a:t>
            </a:r>
            <a:endParaRPr lang="en-IN" sz="7200" dirty="0"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E197D5-13CD-10D9-0092-5D3AE69EC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3781" y="3843316"/>
            <a:ext cx="8825658" cy="861420"/>
          </a:xfrm>
        </p:spPr>
        <p:txBody>
          <a:bodyPr>
            <a:normAutofit/>
          </a:bodyPr>
          <a:lstStyle/>
          <a:p>
            <a:pPr algn="ctr"/>
            <a:r>
              <a:rPr lang="en-US" sz="2000" dirty="0">
                <a:latin typeface="Arial Black" panose="020B0A04020102020204" pitchFamily="34" charset="0"/>
                <a:cs typeface="Arial" panose="020B0604020202020204" pitchFamily="34" charset="0"/>
              </a:rPr>
              <a:t>By : Shrutika </a:t>
            </a:r>
            <a:r>
              <a:rPr lang="en-US" sz="2000" dirty="0" err="1">
                <a:latin typeface="Arial Black" panose="020B0A04020102020204" pitchFamily="34" charset="0"/>
                <a:cs typeface="Arial" panose="020B0604020202020204" pitchFamily="34" charset="0"/>
              </a:rPr>
              <a:t>sawankar</a:t>
            </a:r>
            <a:endParaRPr lang="en-US" sz="2000" dirty="0"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000" dirty="0" err="1">
                <a:latin typeface="Arial Black" panose="020B0A04020102020204" pitchFamily="34" charset="0"/>
                <a:cs typeface="Arial" panose="020B0604020202020204" pitchFamily="34" charset="0"/>
              </a:rPr>
              <a:t>Usn</a:t>
            </a:r>
            <a:r>
              <a:rPr lang="en-US" sz="2000" dirty="0">
                <a:latin typeface="Arial Black" panose="020B0A04020102020204" pitchFamily="34" charset="0"/>
                <a:cs typeface="Arial" panose="020B0604020202020204" pitchFamily="34" charset="0"/>
              </a:rPr>
              <a:t> : CS25177</a:t>
            </a:r>
            <a:endParaRPr lang="en-IN" sz="2000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3232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F00EC-4AB8-45F0-437C-95C0FDA10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0"/>
              </a:rPr>
              <a:t>Problem statement:</a:t>
            </a:r>
            <a:endParaRPr lang="en-IN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A2B3C-B38E-834E-13CF-0B385E2EC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Arial Black" panose="020B0A04020102020204" pitchFamily="34" charset="0"/>
              </a:rPr>
              <a:t>Real Estate Listing Portal: Create a page for "Skyline Properties" to display property listing. Use Bootstrap cards, a filter sidebar (dropdowns for price, BHK), and a detailed view model for each property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8299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C0A97-294C-E9AB-3172-7DD08B63A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0"/>
              </a:rPr>
              <a:t>Github</a:t>
            </a:r>
            <a:r>
              <a:rPr lang="en-US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0"/>
              </a:rPr>
              <a:t> link </a:t>
            </a:r>
            <a:br>
              <a:rPr lang="en-US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0"/>
              </a:rPr>
            </a:br>
            <a:r>
              <a:rPr lang="en-US" dirty="0">
                <a:solidFill>
                  <a:schemeClr val="bg2">
                    <a:lumMod val="90000"/>
                  </a:schemeClr>
                </a:solidFill>
                <a:latin typeface="Britannic Bold" panose="020B0903060703020204" pitchFamily="34" charset="0"/>
              </a:rPr>
              <a:t>CSS :-</a:t>
            </a:r>
            <a:endParaRPr lang="en-IN" dirty="0">
              <a:solidFill>
                <a:schemeClr val="bg2">
                  <a:lumMod val="90000"/>
                </a:schemeClr>
              </a:solidFill>
              <a:latin typeface="Britannic Bold" panose="020B0903060703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268C1-1217-635C-8060-5EB7639EA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https://github.com/shrutikaslighter/Experiential-Learning-2/blob/b0625b0b9fccdc3cf41b73a56d132a90f6094017/CSS</a:t>
            </a:r>
          </a:p>
        </p:txBody>
      </p:sp>
    </p:spTree>
    <p:extLst>
      <p:ext uri="{BB962C8B-B14F-4D97-AF65-F5344CB8AC3E}">
        <p14:creationId xmlns:p14="http://schemas.microsoft.com/office/powerpoint/2010/main" val="3203514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E3316-56C4-23A1-2465-83483A8CB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Tags :-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A3232F4-16E3-1920-BF7F-4241FC007D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09147" y="2209839"/>
            <a:ext cx="4439601" cy="5914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b="1" dirty="0"/>
              <a:t>1. Selectors</a:t>
            </a:r>
          </a:p>
          <a:p>
            <a:pPr marL="0" indent="0">
              <a:buNone/>
            </a:pPr>
            <a:r>
              <a:rPr lang="en-US" dirty="0"/>
              <a:t>Used to target HTML elements</a:t>
            </a:r>
          </a:p>
          <a:p>
            <a:pPr marL="0" indent="0">
              <a:buNone/>
            </a:pPr>
            <a:r>
              <a:rPr lang="en-US" b="1" dirty="0"/>
              <a:t>2. Colors &amp; Background</a:t>
            </a:r>
          </a:p>
          <a:p>
            <a:pPr marL="0" indent="0">
              <a:buNone/>
            </a:pPr>
            <a:r>
              <a:rPr lang="en-US" dirty="0"/>
              <a:t>Used to style text and background</a:t>
            </a:r>
          </a:p>
          <a:p>
            <a:pPr marL="0" indent="0">
              <a:buNone/>
            </a:pPr>
            <a:r>
              <a:rPr lang="en-US" b="1" dirty="0"/>
              <a:t>3. Box Model</a:t>
            </a:r>
          </a:p>
          <a:p>
            <a:pPr marL="0" indent="0">
              <a:buNone/>
            </a:pPr>
            <a:r>
              <a:rPr lang="en-US" dirty="0"/>
              <a:t>Every element is a box</a:t>
            </a:r>
          </a:p>
          <a:p>
            <a:pPr marL="0" indent="0">
              <a:buNone/>
            </a:pPr>
            <a:r>
              <a:rPr lang="en-US" b="1" dirty="0"/>
              <a:t>4. Margin &amp; Padding</a:t>
            </a:r>
          </a:p>
          <a:p>
            <a:pPr marL="0" indent="0">
              <a:buNone/>
            </a:pPr>
            <a:r>
              <a:rPr lang="en-US" b="1" dirty="0"/>
              <a:t>Margin</a:t>
            </a:r>
            <a:r>
              <a:rPr lang="en-US" dirty="0"/>
              <a:t> → Space outside element </a:t>
            </a:r>
          </a:p>
          <a:p>
            <a:pPr marL="0" indent="0">
              <a:buNone/>
            </a:pPr>
            <a:r>
              <a:rPr lang="en-US" b="1" dirty="0"/>
              <a:t>Padding</a:t>
            </a:r>
            <a:r>
              <a:rPr lang="en-US" dirty="0"/>
              <a:t> → Space inside element</a:t>
            </a:r>
          </a:p>
          <a:p>
            <a:pPr marL="0" indent="0">
              <a:buNone/>
            </a:pPr>
            <a:r>
              <a:rPr lang="en-US" b="1" dirty="0"/>
              <a:t>5. Border</a:t>
            </a:r>
          </a:p>
          <a:p>
            <a:pPr marL="0" indent="0">
              <a:buNone/>
            </a:pPr>
            <a:r>
              <a:rPr lang="en-US" dirty="0"/>
              <a:t>Adds outline to elements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1217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59D88-BCC4-32CA-75B3-B32455008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7470" y="2180713"/>
            <a:ext cx="8825659" cy="433807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6. Display Property</a:t>
            </a:r>
          </a:p>
          <a:p>
            <a:pPr marL="0" indent="0">
              <a:buNone/>
            </a:pPr>
            <a:r>
              <a:rPr lang="en-US" dirty="0"/>
              <a:t>Controls layout behavior </a:t>
            </a:r>
          </a:p>
          <a:p>
            <a:pPr marL="0" indent="0">
              <a:buNone/>
            </a:pPr>
            <a:r>
              <a:rPr lang="en-US" dirty="0"/>
              <a:t>Types: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block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inline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inline-block</a:t>
            </a:r>
          </a:p>
          <a:p>
            <a:pPr marL="0" indent="0">
              <a:buNone/>
            </a:pPr>
            <a:r>
              <a:rPr lang="en-IN" b="1" dirty="0"/>
              <a:t>7. Positioning</a:t>
            </a:r>
          </a:p>
          <a:p>
            <a:pPr marL="0" indent="0">
              <a:buNone/>
            </a:pPr>
            <a:r>
              <a:rPr lang="en-IN" dirty="0"/>
              <a:t>Controls element placement </a:t>
            </a:r>
          </a:p>
          <a:p>
            <a:pPr marL="0" indent="0">
              <a:buNone/>
            </a:pPr>
            <a:r>
              <a:rPr lang="en-IN" dirty="0"/>
              <a:t>Types: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static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relative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absolute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fixed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2867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ECF45-2BBC-4457-186E-F02194ECC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708" y="2190545"/>
            <a:ext cx="8825659" cy="42545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8. Flexbox</a:t>
            </a:r>
          </a:p>
          <a:p>
            <a:pPr marL="0" indent="0">
              <a:buNone/>
            </a:pPr>
            <a:r>
              <a:rPr lang="en-US" dirty="0"/>
              <a:t>Used for flexible layouts </a:t>
            </a:r>
          </a:p>
          <a:p>
            <a:pPr marL="0" indent="0">
              <a:buNone/>
            </a:pPr>
            <a:r>
              <a:rPr lang="en-US" b="1" dirty="0"/>
              <a:t>9. Grid</a:t>
            </a:r>
          </a:p>
          <a:p>
            <a:pPr marL="0" indent="0">
              <a:buNone/>
            </a:pPr>
            <a:r>
              <a:rPr lang="en-US" dirty="0"/>
              <a:t>Used for advanced layout system</a:t>
            </a:r>
          </a:p>
          <a:p>
            <a:pPr marL="0" indent="0">
              <a:buNone/>
            </a:pPr>
            <a:r>
              <a:rPr lang="en-US" b="1" dirty="0"/>
              <a:t>10. Responsive Design</a:t>
            </a:r>
          </a:p>
          <a:p>
            <a:pPr marL="0" indent="0">
              <a:buNone/>
            </a:pPr>
            <a:r>
              <a:rPr lang="en-US" dirty="0"/>
              <a:t>Makes website mobile-friendly </a:t>
            </a:r>
          </a:p>
          <a:p>
            <a:pPr marL="0" indent="0">
              <a:buNone/>
            </a:pPr>
            <a:r>
              <a:rPr lang="en-US" dirty="0"/>
              <a:t>Uses media queries</a:t>
            </a:r>
          </a:p>
          <a:p>
            <a:pPr marL="0" indent="0">
              <a:buNone/>
            </a:pPr>
            <a:r>
              <a:rPr lang="en-US" b="1" dirty="0"/>
              <a:t>11. Hover Effects</a:t>
            </a:r>
          </a:p>
          <a:p>
            <a:pPr marL="0" indent="0">
              <a:buNone/>
            </a:pPr>
            <a:r>
              <a:rPr lang="en-US" dirty="0"/>
              <a:t>Adds interaction</a:t>
            </a:r>
          </a:p>
          <a:p>
            <a:pPr marL="0" indent="0">
              <a:buNone/>
            </a:pPr>
            <a:r>
              <a:rPr lang="en-US" b="1" dirty="0"/>
              <a:t>12. Transitions</a:t>
            </a:r>
          </a:p>
          <a:p>
            <a:pPr marL="0" indent="0">
              <a:buNone/>
            </a:pPr>
            <a:r>
              <a:rPr lang="en-US" dirty="0"/>
              <a:t>Smooth animation effects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8666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874DC-D3C9-EC71-DA69-48E683965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2877" y="3530055"/>
            <a:ext cx="8761413" cy="706964"/>
          </a:xfrm>
        </p:spPr>
        <p:txBody>
          <a:bodyPr/>
          <a:lstStyle/>
          <a:p>
            <a:pPr algn="ctr"/>
            <a:r>
              <a:rPr lang="en-US" sz="6600" dirty="0">
                <a:solidFill>
                  <a:schemeClr val="bg2">
                    <a:lumMod val="50000"/>
                  </a:schemeClr>
                </a:solidFill>
                <a:latin typeface="Algerian" panose="04020705040A02060702" pitchFamily="82" charset="0"/>
              </a:rPr>
              <a:t>THANK YOU</a:t>
            </a:r>
            <a:endParaRPr lang="en-IN" sz="6600" dirty="0">
              <a:solidFill>
                <a:schemeClr val="bg2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63187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Orange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254</TotalTime>
  <Words>186</Words>
  <Application>Microsoft Office PowerPoint</Application>
  <PresentationFormat>Widescreen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Algerian</vt:lpstr>
      <vt:lpstr>Arial</vt:lpstr>
      <vt:lpstr>Arial Black</vt:lpstr>
      <vt:lpstr>Britannic Bold</vt:lpstr>
      <vt:lpstr>Century Gothic</vt:lpstr>
      <vt:lpstr>Wingdings 3</vt:lpstr>
      <vt:lpstr>Ion Boardroom</vt:lpstr>
      <vt:lpstr>PRESENTATION</vt:lpstr>
      <vt:lpstr>Problem statement:</vt:lpstr>
      <vt:lpstr>Github link  CSS :-</vt:lpstr>
      <vt:lpstr>Tags :-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SHRUTIKA SAWANKAR</dc:creator>
  <cp:lastModifiedBy>SHRUTIKA SAWANKAR</cp:lastModifiedBy>
  <cp:revision>3</cp:revision>
  <dcterms:created xsi:type="dcterms:W3CDTF">2026-04-22T14:13:55Z</dcterms:created>
  <dcterms:modified xsi:type="dcterms:W3CDTF">2026-04-24T05:53:38Z</dcterms:modified>
</cp:coreProperties>
</file>